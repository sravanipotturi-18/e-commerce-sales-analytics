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serrat Bold" charset="1" panose="00000800000000000000"/>
      <p:regular r:id="rId11"/>
    </p:embeddedFont>
    <p:embeddedFont>
      <p:font typeface="Poppins" charset="1" panose="00000500000000000000"/>
      <p:regular r:id="rId12"/>
    </p:embeddedFont>
    <p:embeddedFont>
      <p:font typeface="Poppins Bold" charset="1" panose="00000800000000000000"/>
      <p:regular r:id="rId13"/>
    </p:embeddedFont>
    <p:embeddedFont>
      <p:font typeface="Montserrat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762772" cy="709824"/>
          </a:xfrm>
          <a:custGeom>
            <a:avLst/>
            <a:gdLst/>
            <a:ahLst/>
            <a:cxnLst/>
            <a:rect r="r" b="b" t="t" l="l"/>
            <a:pathLst>
              <a:path h="709824" w="762772">
                <a:moveTo>
                  <a:pt x="0" y="0"/>
                </a:moveTo>
                <a:lnTo>
                  <a:pt x="762772" y="0"/>
                </a:lnTo>
                <a:lnTo>
                  <a:pt x="762772" y="709824"/>
                </a:lnTo>
                <a:lnTo>
                  <a:pt x="0" y="709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31936" y="-1091948"/>
            <a:ext cx="5741814" cy="12126710"/>
          </a:xfrm>
          <a:custGeom>
            <a:avLst/>
            <a:gdLst/>
            <a:ahLst/>
            <a:cxnLst/>
            <a:rect r="r" b="b" t="t" l="l"/>
            <a:pathLst>
              <a:path h="12126710" w="5741814">
                <a:moveTo>
                  <a:pt x="0" y="0"/>
                </a:moveTo>
                <a:lnTo>
                  <a:pt x="5741814" y="0"/>
                </a:lnTo>
                <a:lnTo>
                  <a:pt x="5741814" y="12126711"/>
                </a:lnTo>
                <a:lnTo>
                  <a:pt x="0" y="12126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13008"/>
            <a:ext cx="9253225" cy="3729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7"/>
              </a:lnSpc>
            </a:pPr>
            <a:r>
              <a:rPr lang="en-US" b="true" sz="9264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E-Commerce Sales Analytics Dashboard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519831" y="-691855"/>
            <a:ext cx="1676063" cy="11497700"/>
            <a:chOff x="0" y="0"/>
            <a:chExt cx="441432" cy="30282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32" cy="3028201"/>
            </a:xfrm>
            <a:custGeom>
              <a:avLst/>
              <a:gdLst/>
              <a:ahLst/>
              <a:cxnLst/>
              <a:rect r="r" b="b" t="t" l="l"/>
              <a:pathLst>
                <a:path h="3028201" w="441432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62956" y="991814"/>
            <a:ext cx="1870631" cy="746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Data Analytics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13770"/>
            <a:ext cx="7880342" cy="42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2398" spc="271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Power BI Dashboard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20855"/>
            <a:ext cx="7471831" cy="1198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18"/>
              </a:lnSpc>
              <a:spcBef>
                <a:spcPct val="0"/>
              </a:spcBef>
            </a:pPr>
            <a:r>
              <a:rPr lang="en-US" sz="2298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 comprehensive analysis of e-commerce sales data using Microsoft Power BI to uncover business insights and drive data-informed decisions.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10477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191738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1335726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16952274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7096262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72402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94886" y="630352"/>
            <a:ext cx="7504145" cy="6555704"/>
          </a:xfrm>
          <a:custGeom>
            <a:avLst/>
            <a:gdLst/>
            <a:ahLst/>
            <a:cxnLst/>
            <a:rect r="r" b="b" t="t" l="l"/>
            <a:pathLst>
              <a:path h="6555704" w="7504145">
                <a:moveTo>
                  <a:pt x="0" y="0"/>
                </a:moveTo>
                <a:lnTo>
                  <a:pt x="7504144" y="0"/>
                </a:lnTo>
                <a:lnTo>
                  <a:pt x="7504144" y="6555704"/>
                </a:lnTo>
                <a:lnTo>
                  <a:pt x="0" y="6555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211764"/>
            <a:ext cx="16230600" cy="1046536"/>
            <a:chOff x="0" y="0"/>
            <a:chExt cx="4274726" cy="2756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75631"/>
            </a:xfrm>
            <a:custGeom>
              <a:avLst/>
              <a:gdLst/>
              <a:ahLst/>
              <a:cxnLst/>
              <a:rect r="r" b="b" t="t" l="l"/>
              <a:pathLst>
                <a:path h="275631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227931"/>
                  </a:lnTo>
                  <a:cubicBezTo>
                    <a:pt x="4274726" y="240582"/>
                    <a:pt x="4269700" y="252715"/>
                    <a:pt x="4260755" y="261660"/>
                  </a:cubicBezTo>
                  <a:cubicBezTo>
                    <a:pt x="4251809" y="270605"/>
                    <a:pt x="4239677" y="275631"/>
                    <a:pt x="4227026" y="275631"/>
                  </a:cubicBezTo>
                  <a:lnTo>
                    <a:pt x="47700" y="275631"/>
                  </a:lnTo>
                  <a:cubicBezTo>
                    <a:pt x="35049" y="275631"/>
                    <a:pt x="22916" y="270605"/>
                    <a:pt x="13971" y="261660"/>
                  </a:cubicBezTo>
                  <a:cubicBezTo>
                    <a:pt x="5025" y="252715"/>
                    <a:pt x="0" y="240582"/>
                    <a:pt x="0" y="22793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313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114425"/>
            <a:ext cx="7374101" cy="234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19"/>
              </a:lnSpc>
            </a:pPr>
            <a:r>
              <a:rPr lang="en-US" b="true" sz="838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 &amp;</a:t>
            </a:r>
          </a:p>
          <a:p>
            <a:pPr algn="l" marL="0" indent="0" lvl="0">
              <a:lnSpc>
                <a:spcPts val="9219"/>
              </a:lnSpc>
            </a:pPr>
            <a:r>
              <a:rPr lang="en-US" b="true" sz="8381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12541"/>
            <a:ext cx="7736587" cy="351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53"/>
              </a:lnSpc>
              <a:spcBef>
                <a:spcPct val="0"/>
              </a:spcBef>
            </a:pPr>
            <a:r>
              <a:rPr lang="en-US" b="true" sz="2466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  <a:r>
              <a:rPr lang="en-US" sz="2466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Analyze e-commerce sales data and create an interactive dashboard for actionable business insights.</a:t>
            </a:r>
          </a:p>
          <a:p>
            <a:pPr algn="just" marL="0" indent="0" lvl="0">
              <a:lnSpc>
                <a:spcPts val="3453"/>
              </a:lnSpc>
              <a:spcBef>
                <a:spcPct val="0"/>
              </a:spcBef>
            </a:pPr>
            <a:r>
              <a:rPr lang="en-US" b="true" sz="2466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Dataset: </a:t>
            </a:r>
            <a:r>
              <a:rPr lang="en-US" sz="2466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5,000 e-commerce transaction records</a:t>
            </a:r>
          </a:p>
          <a:p>
            <a:pPr algn="just" marL="0" indent="0" lvl="0">
              <a:lnSpc>
                <a:spcPts val="3453"/>
              </a:lnSpc>
              <a:spcBef>
                <a:spcPct val="0"/>
              </a:spcBef>
            </a:pPr>
            <a:r>
              <a:rPr lang="en-US" sz="2466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Key Fields: Order Date, Product Category, Region, Quantity, Unit Price, Discount, Payment Method, Delivery Days, Customer Rating, Revenue</a:t>
            </a:r>
          </a:p>
          <a:p>
            <a:pPr algn="just" marL="0" indent="0" lvl="0">
              <a:lnSpc>
                <a:spcPts val="3453"/>
              </a:lnSpc>
              <a:spcBef>
                <a:spcPct val="0"/>
              </a:spcBef>
            </a:pPr>
            <a:r>
              <a:rPr lang="en-US" sz="2466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Tool Used: Microsoft Power BI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73559" y="7103573"/>
            <a:ext cx="3804517" cy="5594879"/>
          </a:xfrm>
          <a:custGeom>
            <a:avLst/>
            <a:gdLst/>
            <a:ahLst/>
            <a:cxnLst/>
            <a:rect r="r" b="b" t="t" l="l"/>
            <a:pathLst>
              <a:path h="5594879" w="3804517">
                <a:moveTo>
                  <a:pt x="3804518" y="0"/>
                </a:moveTo>
                <a:lnTo>
                  <a:pt x="0" y="0"/>
                </a:lnTo>
                <a:lnTo>
                  <a:pt x="0" y="5594879"/>
                </a:lnTo>
                <a:lnTo>
                  <a:pt x="3804518" y="5594879"/>
                </a:lnTo>
                <a:lnTo>
                  <a:pt x="38045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85975" y="2748758"/>
            <a:ext cx="10534180" cy="5919760"/>
          </a:xfrm>
          <a:custGeom>
            <a:avLst/>
            <a:gdLst/>
            <a:ahLst/>
            <a:cxnLst/>
            <a:rect r="r" b="b" t="t" l="l"/>
            <a:pathLst>
              <a:path h="5919760" w="10534180">
                <a:moveTo>
                  <a:pt x="0" y="0"/>
                </a:moveTo>
                <a:lnTo>
                  <a:pt x="10534179" y="0"/>
                </a:lnTo>
                <a:lnTo>
                  <a:pt x="10534179" y="5919760"/>
                </a:lnTo>
                <a:lnTo>
                  <a:pt x="0" y="591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001" y="495154"/>
            <a:ext cx="12983948" cy="123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73"/>
              </a:lnSpc>
            </a:pPr>
            <a:r>
              <a:rPr lang="en-US" b="true" sz="8793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4001" y="1826934"/>
            <a:ext cx="5880216" cy="769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Interactive Power BI Dashboard featuring: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1)</a:t>
            </a:r>
            <a:r>
              <a:rPr lang="en-US" b="true" sz="2604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 KPI Cards: </a:t>
            </a: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Total Revenue, Orders, Avg. Discount &amp; Rating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2)</a:t>
            </a:r>
            <a:r>
              <a:rPr lang="en-US" b="true" sz="2604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Slicers:</a:t>
            </a: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Filter by Region, Category, Date Range &amp; Payment Method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3)</a:t>
            </a:r>
            <a:r>
              <a:rPr lang="en-US" b="true" sz="2604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Trend Analysis:</a:t>
            </a: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Monthly revenue line chart with forecast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4)</a:t>
            </a:r>
            <a:r>
              <a:rPr lang="en-US" b="true" sz="2604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Category Breakdown:</a:t>
            </a: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Bar chart by product category</a:t>
            </a:r>
          </a:p>
          <a:p>
            <a:pPr algn="just" marL="0" indent="0" lvl="0">
              <a:lnSpc>
                <a:spcPts val="3307"/>
              </a:lnSpc>
              <a:spcBef>
                <a:spcPct val="0"/>
              </a:spcBef>
            </a:pPr>
            <a:r>
              <a:rPr lang="en-US" sz="2604" spc="93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5)</a:t>
            </a:r>
            <a:r>
              <a:rPr lang="en-US" b="true" sz="2604" spc="93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Regional-Sales-Map: </a:t>
            </a:r>
            <a:r>
              <a:rPr lang="en-US" sz="2604" spc="93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Geographic revenue distribution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6)</a:t>
            </a:r>
            <a:r>
              <a:rPr lang="en-US" b="true" sz="2604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Top Products:</a:t>
            </a: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 Ranked by revenue and quantity sold</a:t>
            </a:r>
          </a:p>
          <a:p>
            <a:pPr algn="just" marL="0" indent="0" lvl="0">
              <a:lnSpc>
                <a:spcPts val="3645"/>
              </a:lnSpc>
              <a:spcBef>
                <a:spcPct val="0"/>
              </a:spcBef>
            </a:pP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7)</a:t>
            </a:r>
            <a:r>
              <a:rPr lang="en-US" b="true" sz="2604">
                <a:solidFill>
                  <a:srgbClr val="343734"/>
                </a:solidFill>
                <a:latin typeface="Poppins Bold"/>
                <a:ea typeface="Poppins Bold"/>
                <a:cs typeface="Poppins Bold"/>
                <a:sym typeface="Poppins Bold"/>
              </a:rPr>
              <a:t>Tool Used: </a:t>
            </a:r>
            <a:r>
              <a:rPr lang="en-US" sz="2604">
                <a:solidFill>
                  <a:srgbClr val="343734"/>
                </a:solidFill>
                <a:latin typeface="Poppins"/>
                <a:ea typeface="Poppins"/>
                <a:cs typeface="Poppins"/>
                <a:sym typeface="Poppins"/>
              </a:rPr>
              <a:t>Microsoft Power BI Desktop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78494"/>
            <a:ext cx="4964225" cy="3994723"/>
            <a:chOff x="0" y="0"/>
            <a:chExt cx="1307450" cy="1052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7450" cy="1052108"/>
            </a:xfrm>
            <a:custGeom>
              <a:avLst/>
              <a:gdLst/>
              <a:ahLst/>
              <a:cxnLst/>
              <a:rect r="r" b="b" t="t" l="l"/>
              <a:pathLst>
                <a:path h="1052108" w="1307450">
                  <a:moveTo>
                    <a:pt x="79537" y="0"/>
                  </a:moveTo>
                  <a:lnTo>
                    <a:pt x="1227914" y="0"/>
                  </a:lnTo>
                  <a:cubicBezTo>
                    <a:pt x="1249008" y="0"/>
                    <a:pt x="1269238" y="8380"/>
                    <a:pt x="1284154" y="23296"/>
                  </a:cubicBezTo>
                  <a:cubicBezTo>
                    <a:pt x="1299071" y="38212"/>
                    <a:pt x="1307450" y="58442"/>
                    <a:pt x="1307450" y="79537"/>
                  </a:cubicBezTo>
                  <a:lnTo>
                    <a:pt x="1307450" y="972571"/>
                  </a:lnTo>
                  <a:cubicBezTo>
                    <a:pt x="1307450" y="993666"/>
                    <a:pt x="1299071" y="1013896"/>
                    <a:pt x="1284154" y="1028812"/>
                  </a:cubicBezTo>
                  <a:cubicBezTo>
                    <a:pt x="1269238" y="1043728"/>
                    <a:pt x="1249008" y="1052108"/>
                    <a:pt x="1227914" y="1052108"/>
                  </a:cubicBezTo>
                  <a:lnTo>
                    <a:pt x="79537" y="1052108"/>
                  </a:lnTo>
                  <a:cubicBezTo>
                    <a:pt x="58442" y="1052108"/>
                    <a:pt x="38212" y="1043728"/>
                    <a:pt x="23296" y="1028812"/>
                  </a:cubicBezTo>
                  <a:cubicBezTo>
                    <a:pt x="8380" y="1013896"/>
                    <a:pt x="0" y="993666"/>
                    <a:pt x="0" y="972571"/>
                  </a:cubicBezTo>
                  <a:lnTo>
                    <a:pt x="0" y="79537"/>
                  </a:lnTo>
                  <a:cubicBezTo>
                    <a:pt x="0" y="58442"/>
                    <a:pt x="8380" y="38212"/>
                    <a:pt x="23296" y="23296"/>
                  </a:cubicBezTo>
                  <a:cubicBezTo>
                    <a:pt x="38212" y="8380"/>
                    <a:pt x="58442" y="0"/>
                    <a:pt x="7953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7450" cy="109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1887" y="3016222"/>
            <a:ext cx="4964225" cy="3919267"/>
            <a:chOff x="0" y="0"/>
            <a:chExt cx="1307450" cy="10322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7450" cy="1032235"/>
            </a:xfrm>
            <a:custGeom>
              <a:avLst/>
              <a:gdLst/>
              <a:ahLst/>
              <a:cxnLst/>
              <a:rect r="r" b="b" t="t" l="l"/>
              <a:pathLst>
                <a:path h="1032235" w="1307450">
                  <a:moveTo>
                    <a:pt x="79537" y="0"/>
                  </a:moveTo>
                  <a:lnTo>
                    <a:pt x="1227914" y="0"/>
                  </a:lnTo>
                  <a:cubicBezTo>
                    <a:pt x="1249008" y="0"/>
                    <a:pt x="1269238" y="8380"/>
                    <a:pt x="1284154" y="23296"/>
                  </a:cubicBezTo>
                  <a:cubicBezTo>
                    <a:pt x="1299071" y="38212"/>
                    <a:pt x="1307450" y="58442"/>
                    <a:pt x="1307450" y="79537"/>
                  </a:cubicBezTo>
                  <a:lnTo>
                    <a:pt x="1307450" y="952698"/>
                  </a:lnTo>
                  <a:cubicBezTo>
                    <a:pt x="1307450" y="973793"/>
                    <a:pt x="1299071" y="994023"/>
                    <a:pt x="1284154" y="1008939"/>
                  </a:cubicBezTo>
                  <a:cubicBezTo>
                    <a:pt x="1269238" y="1023855"/>
                    <a:pt x="1249008" y="1032235"/>
                    <a:pt x="1227914" y="1032235"/>
                  </a:cubicBezTo>
                  <a:lnTo>
                    <a:pt x="79537" y="1032235"/>
                  </a:lnTo>
                  <a:cubicBezTo>
                    <a:pt x="58442" y="1032235"/>
                    <a:pt x="38212" y="1023855"/>
                    <a:pt x="23296" y="1008939"/>
                  </a:cubicBezTo>
                  <a:cubicBezTo>
                    <a:pt x="8380" y="994023"/>
                    <a:pt x="0" y="973793"/>
                    <a:pt x="0" y="952698"/>
                  </a:cubicBezTo>
                  <a:lnTo>
                    <a:pt x="0" y="79537"/>
                  </a:lnTo>
                  <a:cubicBezTo>
                    <a:pt x="0" y="58442"/>
                    <a:pt x="8380" y="38212"/>
                    <a:pt x="23296" y="23296"/>
                  </a:cubicBezTo>
                  <a:cubicBezTo>
                    <a:pt x="38212" y="8380"/>
                    <a:pt x="58442" y="0"/>
                    <a:pt x="7953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82916" y="3016222"/>
            <a:ext cx="4964225" cy="3919267"/>
            <a:chOff x="0" y="0"/>
            <a:chExt cx="1307450" cy="1032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7450" cy="1032235"/>
            </a:xfrm>
            <a:custGeom>
              <a:avLst/>
              <a:gdLst/>
              <a:ahLst/>
              <a:cxnLst/>
              <a:rect r="r" b="b" t="t" l="l"/>
              <a:pathLst>
                <a:path h="1032235" w="1307450">
                  <a:moveTo>
                    <a:pt x="79537" y="0"/>
                  </a:moveTo>
                  <a:lnTo>
                    <a:pt x="1227914" y="0"/>
                  </a:lnTo>
                  <a:cubicBezTo>
                    <a:pt x="1249008" y="0"/>
                    <a:pt x="1269238" y="8380"/>
                    <a:pt x="1284154" y="23296"/>
                  </a:cubicBezTo>
                  <a:cubicBezTo>
                    <a:pt x="1299071" y="38212"/>
                    <a:pt x="1307450" y="58442"/>
                    <a:pt x="1307450" y="79537"/>
                  </a:cubicBezTo>
                  <a:lnTo>
                    <a:pt x="1307450" y="952698"/>
                  </a:lnTo>
                  <a:cubicBezTo>
                    <a:pt x="1307450" y="973793"/>
                    <a:pt x="1299071" y="994023"/>
                    <a:pt x="1284154" y="1008939"/>
                  </a:cubicBezTo>
                  <a:cubicBezTo>
                    <a:pt x="1269238" y="1023855"/>
                    <a:pt x="1249008" y="1032235"/>
                    <a:pt x="1227914" y="1032235"/>
                  </a:cubicBezTo>
                  <a:lnTo>
                    <a:pt x="79537" y="1032235"/>
                  </a:lnTo>
                  <a:cubicBezTo>
                    <a:pt x="58442" y="1032235"/>
                    <a:pt x="38212" y="1023855"/>
                    <a:pt x="23296" y="1008939"/>
                  </a:cubicBezTo>
                  <a:cubicBezTo>
                    <a:pt x="8380" y="994023"/>
                    <a:pt x="0" y="973793"/>
                    <a:pt x="0" y="952698"/>
                  </a:cubicBezTo>
                  <a:lnTo>
                    <a:pt x="0" y="79537"/>
                  </a:lnTo>
                  <a:cubicBezTo>
                    <a:pt x="0" y="58442"/>
                    <a:pt x="8380" y="38212"/>
                    <a:pt x="23296" y="23296"/>
                  </a:cubicBezTo>
                  <a:cubicBezTo>
                    <a:pt x="38212" y="8380"/>
                    <a:pt x="58442" y="0"/>
                    <a:pt x="7953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07450" cy="107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737329" y="7201817"/>
            <a:ext cx="20321213" cy="701393"/>
            <a:chOff x="0" y="0"/>
            <a:chExt cx="5352089" cy="184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52089" cy="184729"/>
            </a:xfrm>
            <a:custGeom>
              <a:avLst/>
              <a:gdLst/>
              <a:ahLst/>
              <a:cxnLst/>
              <a:rect r="r" b="b" t="t" l="l"/>
              <a:pathLst>
                <a:path h="184729" w="5352089">
                  <a:moveTo>
                    <a:pt x="0" y="0"/>
                  </a:moveTo>
                  <a:lnTo>
                    <a:pt x="5352089" y="0"/>
                  </a:lnTo>
                  <a:lnTo>
                    <a:pt x="5352089" y="184729"/>
                  </a:lnTo>
                  <a:lnTo>
                    <a:pt x="0" y="184729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352089" cy="241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00003" y="1123950"/>
            <a:ext cx="14287995" cy="123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73"/>
              </a:lnSpc>
            </a:pPr>
            <a:r>
              <a:rPr lang="en-US" b="true" sz="8793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Analytical Findings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5898" y="3180465"/>
            <a:ext cx="4549829" cy="15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1"/>
              </a:lnSpc>
              <a:spcBef>
                <a:spcPct val="0"/>
              </a:spcBef>
            </a:pPr>
            <a:r>
              <a:rPr lang="en-US" b="true" sz="8793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5.11M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0859" y="4834377"/>
            <a:ext cx="4739907" cy="7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5"/>
              </a:lnSpc>
            </a:pPr>
            <a:r>
              <a:rPr lang="en-US" sz="451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Total Revenue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69085" y="3180465"/>
            <a:ext cx="4549829" cy="15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1"/>
              </a:lnSpc>
              <a:spcBef>
                <a:spcPct val="0"/>
              </a:spcBef>
            </a:pPr>
            <a:r>
              <a:rPr lang="en-US" b="true" sz="8793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74046" y="4723548"/>
            <a:ext cx="4739907" cy="76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5"/>
              </a:lnSpc>
            </a:pPr>
            <a:r>
              <a:rPr lang="en-US" sz="451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Total Orders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64313" y="3299086"/>
            <a:ext cx="4549829" cy="15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311"/>
              </a:lnSpc>
              <a:spcBef>
                <a:spcPct val="0"/>
              </a:spcBef>
            </a:pPr>
            <a:r>
              <a:rPr lang="en-US" b="true" sz="8793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2.97/5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07234" y="4723548"/>
            <a:ext cx="4739907" cy="149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5"/>
              </a:lnSpc>
            </a:pPr>
            <a:r>
              <a:rPr lang="en-US" sz="451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Avg. Customer Rating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1874" y="7941310"/>
            <a:ext cx="17044253" cy="219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2"/>
              </a:lnSpc>
            </a:pPr>
            <a:r>
              <a:rPr lang="en-US" b="true" sz="4201">
                <a:solidFill>
                  <a:srgbClr val="F0F3E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dashboard provides an interactive view of revenue, orders, product categories, regions, payment methods and customer ratings.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9161" y="-353316"/>
            <a:ext cx="5954157" cy="11239916"/>
            <a:chOff x="0" y="0"/>
            <a:chExt cx="1568173" cy="29603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68173" cy="2960307"/>
            </a:xfrm>
            <a:custGeom>
              <a:avLst/>
              <a:gdLst/>
              <a:ahLst/>
              <a:cxnLst/>
              <a:rect r="r" b="b" t="t" l="l"/>
              <a:pathLst>
                <a:path h="2960307" w="1568173">
                  <a:moveTo>
                    <a:pt x="0" y="0"/>
                  </a:moveTo>
                  <a:lnTo>
                    <a:pt x="1568173" y="0"/>
                  </a:lnTo>
                  <a:lnTo>
                    <a:pt x="1568173" y="2960307"/>
                  </a:lnTo>
                  <a:lnTo>
                    <a:pt x="0" y="2960307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568173" cy="3017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49611" y="2035055"/>
            <a:ext cx="7659707" cy="5668183"/>
          </a:xfrm>
          <a:custGeom>
            <a:avLst/>
            <a:gdLst/>
            <a:ahLst/>
            <a:cxnLst/>
            <a:rect r="r" b="b" t="t" l="l"/>
            <a:pathLst>
              <a:path h="5668183" w="7659707">
                <a:moveTo>
                  <a:pt x="0" y="0"/>
                </a:moveTo>
                <a:lnTo>
                  <a:pt x="7659708" y="0"/>
                </a:lnTo>
                <a:lnTo>
                  <a:pt x="7659708" y="5668183"/>
                </a:lnTo>
                <a:lnTo>
                  <a:pt x="0" y="5668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4449" y="1959673"/>
            <a:ext cx="10020426" cy="18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83"/>
              </a:lnSpc>
            </a:pPr>
            <a:r>
              <a:rPr lang="en-US" b="true" sz="13507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622875"/>
            <a:ext cx="635425" cy="635425"/>
          </a:xfrm>
          <a:custGeom>
            <a:avLst/>
            <a:gdLst/>
            <a:ahLst/>
            <a:cxnLst/>
            <a:rect r="r" b="b" t="t" l="l"/>
            <a:pathLst>
              <a:path h="635425" w="635425">
                <a:moveTo>
                  <a:pt x="0" y="0"/>
                </a:moveTo>
                <a:lnTo>
                  <a:pt x="635425" y="0"/>
                </a:lnTo>
                <a:lnTo>
                  <a:pt x="635425" y="635425"/>
                </a:lnTo>
                <a:lnTo>
                  <a:pt x="0" y="635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7884" y="3788623"/>
            <a:ext cx="3779838" cy="34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</a:pPr>
            <a:r>
              <a:rPr lang="en-US" sz="208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Tool used: Micosoft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DAHXbSj4sxM</dc:identifier>
  <dcterms:modified xsi:type="dcterms:W3CDTF">2011-08-01T06:04:30Z</dcterms:modified>
  <cp:revision>1</cp:revision>
  <dc:title>5.11M</dc:title>
</cp:coreProperties>
</file>